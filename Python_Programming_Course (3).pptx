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8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134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3246120"/>
            <a:ext cx="2834640" cy="283464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3" name="Shape 1"/>
          <p:cNvSpPr/>
          <p:nvPr/>
        </p:nvSpPr>
        <p:spPr>
          <a:xfrm>
            <a:off x="8092440" y="4069080"/>
            <a:ext cx="2011680" cy="20116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Loops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&amp; for loops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function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 &amp; pass statements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Loops?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is used to execute a block of code repeatedly until a condition becomes false or all items in a sequence have been processed.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loops?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writing the same code again and again.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automate repetitive tasks.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work with lists, strings, tuples, dictionaries, etc.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programs shorter and more efficient.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while Loop — Definition &amp; Syntax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keeps executing as long as the condition is True.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2880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9339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9522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522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19522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828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2267712"/>
            <a:ext cx="77724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condition: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 — Example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719072"/>
          </a:xfrm>
          <a:prstGeom prst="roundRect">
            <a:avLst>
              <a:gd name="adj" fmla="val 4255"/>
            </a:avLst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515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161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1750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1750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11750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0515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1490472"/>
            <a:ext cx="777240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&lt;=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971800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998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55848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 — Example 2: Password Check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719072"/>
          </a:xfrm>
          <a:prstGeom prst="roundRect">
            <a:avLst>
              <a:gd name="adj" fmla="val 4255"/>
            </a:avLst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515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161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1750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1750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11750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0515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1490472"/>
            <a:ext cx="777240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 !=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=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Password: 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"Access Granted"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998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558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keeps asking for input until the correct password ("python") is entered — then it prints "Access Granted".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while 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number of iterations is unknown.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user input.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menus and games.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for Loop — Definition &amp; Syntax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is used to iterate over a sequence such as a string, list, tuple, set, dictionary, or range.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2880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9339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9522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522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19522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828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2267712"/>
            <a:ext cx="77724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variable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sequence: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Code to execute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 — Example 1: Print Names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431036"/>
          </a:xfrm>
          <a:prstGeom prst="roundRect">
            <a:avLst>
              <a:gd name="adj" fmla="val 5112"/>
            </a:avLst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515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161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1750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1750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11750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0515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1490472"/>
            <a:ext cx="7772400" cy="9189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"Ahmed"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"Sara"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names: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83764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117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067812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 — Example 2: Print Characters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431036"/>
          </a:xfrm>
          <a:prstGeom prst="roundRect">
            <a:avLst>
              <a:gd name="adj" fmla="val 5112"/>
            </a:avLst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515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161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1750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1750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11750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0515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1490472"/>
            <a:ext cx="7772400" cy="9189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letter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(letter)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83764"/>
            <a:ext cx="813816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117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067812"/>
            <a:ext cx="7680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for 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iterating over collections.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stops when data ends.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chance of infinite loops.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Between for and while Loop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399731"/>
              </p:ext>
            </p:extLst>
          </p:nvPr>
        </p:nvGraphicFramePr>
        <p:xfrm>
          <a:off x="502920" y="1021251"/>
          <a:ext cx="8138160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2971800"/>
                <a:gridCol w="2971800"/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number of iterations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number of iterations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Automatically handled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written manually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Loop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(if condition never becomes False)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Lists, Strings,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input, menus, games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range() Function in Python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range()?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61848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range() function is a built-in Python function that generates a sequence of numbers.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most commonly used with the for loop to repeat a block of code a specific number of times.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786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range()?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962656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a sequence of numbers.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control how many times a loop runs.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specify a starting number, ending number, and step size.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writing numbers manually.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range() — Syntax &amp; Parameters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4300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0759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2664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2664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2664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143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581912"/>
            <a:ext cx="77724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(stop)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(start, stop)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(start, stop, step)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88920"/>
          <a:ext cx="8138160" cy="1536192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value (default is 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value (not included)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between each number (default is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value is never included in the output.</a:t>
            </a:r>
            <a:endParaRPr lang="en-US" sz="1250" dirty="0"/>
          </a:p>
        </p:txBody>
      </p:sp>
      <p:sp>
        <p:nvSpPr>
          <p:cNvPr id="12" name="Text 11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range(stop)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0 and ends before the given stop value.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5234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08376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range(start, stop)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the specified start value and ends before the stop value.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5234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08376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range(start, stop, step) — Positive 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start, ends before stop, and increases by step.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5234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08376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range(start, stop, step) — Negative 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step counts backward from start to stop.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-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5234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08376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range() to a 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range() returns a range object, you can convert it into a list.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(numbers)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5234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0837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4, 5]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Examples with range()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Print Numbers 1 to 10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27048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91640"/>
            <a:ext cx="393192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6504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6504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6504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5270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965960"/>
            <a:ext cx="356616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43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99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every whole number from 1 through 10.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Print Even Numbers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527048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E1E1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527048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691640"/>
            <a:ext cx="393192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4873752" y="16504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074920" y="16504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276088" y="16504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15270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0328" y="1965960"/>
            <a:ext cx="356616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715768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843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099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even numbers from 2 through 20.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Examples with range()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Print Odd Numbers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27048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91640"/>
            <a:ext cx="393192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6504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6504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6504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5270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965960"/>
            <a:ext cx="356616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43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99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odd numbers from 1 through 19.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Countdown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527048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527048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691640"/>
            <a:ext cx="393192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4873752" y="16504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074920" y="16504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276088" y="16504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15270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0328" y="1965960"/>
            <a:ext cx="3566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-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"Blast Off!"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944368"/>
            <a:ext cx="3931920" cy="1796796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0723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32841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Off!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range()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numbers automatically.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and reduces code repetition.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loops simple and readable.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forward and backward counting.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custom step values.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Stop Is Not Included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Mistake: assuming the stop value is included in the output.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5234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08376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5 is not printed because the stop value is excluded.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Step Cannot Be Zero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Mistake: using a step value of 0.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859536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408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59689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ValueError: range() arg 3 must not be zero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range() — Summary Table</a:t>
            </a:r>
            <a:endParaRPr lang="en-US" sz="2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954706"/>
              </p:ext>
            </p:extLst>
          </p:nvPr>
        </p:nvGraphicFramePr>
        <p:xfrm>
          <a:off x="502920" y="1133291"/>
          <a:ext cx="813816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0, 1, 2, 3, 4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range(1, 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1, 2, 3, 4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range(2, 11,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2, 4, 6, 8, 10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range(10, 0, -2)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10, 8, 6, 4, 2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break — What It Does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 statement immediately exits the loop.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break?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searching when an item is found.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the loop early.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execution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—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loop as soon as i equals 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719072"/>
          </a:xfrm>
          <a:prstGeom prst="roundRect">
            <a:avLst>
              <a:gd name="adj" fmla="val 4255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==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8138160" cy="1664208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284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584448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— Example with while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infinite while loop that exits using break.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2103120"/>
          </a:xfrm>
          <a:prstGeom prst="roundRect">
            <a:avLst>
              <a:gd name="adj" fmla="val 3187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==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463"/>
            <a:ext cx="8138160" cy="1390145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678094" y="3595954"/>
            <a:ext cx="7670378" cy="231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790444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continue — What It Does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continue statement skips the current iteration and moves to the next iteration.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continue?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unwanted values.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specific conditions.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processing remaining data.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— Example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printing when i equals 3.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719072"/>
          </a:xfrm>
          <a:prstGeom prst="roundRect">
            <a:avLst>
              <a:gd name="adj" fmla="val 4255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==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8138160" cy="1600200"/>
          </a:xfrm>
          <a:prstGeom prst="roundRect">
            <a:avLst>
              <a:gd name="adj" fmla="val 4571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284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584448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— Example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letter "h" while printing the rest.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2007108"/>
          </a:xfrm>
          <a:prstGeom prst="roundRect">
            <a:avLst>
              <a:gd name="adj" fmla="val 3645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1495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letter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letter ==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(letter)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396996"/>
            <a:ext cx="8138160" cy="1467612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518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75888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pass — What It Does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 statement is a placeholder. It does nothing but prevents an error when a statement is required.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pass?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incomplete code.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empty functions or loops.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code for future implementation.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— Example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does nothing — the loop continues normally.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719072"/>
          </a:xfrm>
          <a:prstGeom prst="roundRect">
            <a:avLst>
              <a:gd name="adj" fmla="val 4255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44752"/>
            <a:ext cx="813816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40360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0360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140360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719072"/>
            <a:ext cx="777240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== </a:t>
            </a: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8138160" cy="1664208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284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584448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— Example 2 &amp;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42999"/>
            <a:ext cx="3931920" cy="1092503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143000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07592"/>
            <a:ext cx="393192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664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2664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12664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143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15819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" y="2354580"/>
            <a:ext cx="3931920" cy="978408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468675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2779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empty function without raising an error.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142999"/>
            <a:ext cx="3931920" cy="1671605"/>
          </a:xfrm>
          <a:prstGeom prst="roundRect">
            <a:avLst>
              <a:gd name="adj" fmla="val 6154"/>
            </a:avLst>
          </a:prstGeom>
          <a:solidFill>
            <a:srgbClr val="1E1E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143000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323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1307592"/>
            <a:ext cx="3931920" cy="164592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17" name="Shape 15"/>
          <p:cNvSpPr/>
          <p:nvPr/>
        </p:nvSpPr>
        <p:spPr>
          <a:xfrm>
            <a:off x="4873752" y="1266444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4920" y="1266444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276088" y="1266444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143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0328" y="1581912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4E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"False"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27448" y="2912364"/>
            <a:ext cx="3931920" cy="955548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4905499" y="30449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3317525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printed — pass only satisfies Python's syntax.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Between break, continue &amp; pass</a:t>
            </a:r>
            <a:endParaRPr lang="en-US" sz="27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310896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286000"/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Continues?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Exits the loop immediately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the current iteration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nothing (placeholder)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3069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 (1/3) — Multiple Choice Questions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keeps executing as long as: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condition is False   B) The condition is True   C) i equals 0   D) The list is empty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81328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727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risk of a while loop?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Syntax error   B) Type error   C) Infinite loop   D) Index error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1518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662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loop suits an unknown number of iterations?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for loop   B) while loop   C) nested loop   D) range loop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61518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70662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usually be updated manually to avoid an infinite loop?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output   B) The condition variable   C) The function name   D) The print statement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scenario best suits a while loop?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Iterating a fixed list   B) Printing 1 to 10   C) Waiting for correct input   D) Looping string characters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71029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Key: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  2-C   3-B   4-B   5-C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3069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 (2/3) — Multiple Choice Questions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is used to iterate over a sequence in Python?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loop   B) for   C) each   D) iterate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81328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727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can a for loop iterate over?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Only lists   B) Only strings   C) Lists, strings, tuples, dicts   D) Only numbers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1518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662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for loop finishes iterating all items?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Raises an error   B) Restarts automatically   C) Stops automatically   D) Waits for input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61518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70662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 letter in "Python":, what does letter represent?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whole string   B) A single character   C) The string length   D) A random letter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while, a for loop is generally: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Harder to read   B) Riskier for infinite loops   C) Easier for known collections   D) Only for numbers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66487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Key: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  2-C   3-C   4-B   5-C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3069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range(), pass, continue &amp; break (3/3) — Mixed Questions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range(1, 5) generate?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1, 2, 3, 4, 5   B) 1, 2, 3, 4   C) 0, 1, 2, 3, 4   D) 2, 3, 4, 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81328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727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value is never included in a range() output?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start   B) step   C) stop   D) None of these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1518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662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is only a placeholder and does nothing?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break   B) continue   C) pass   D) return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61518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70662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skips the current iteration and moves to the next?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break   B) continue   C) pass   D) exit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immediately exits a loop?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continue   B) pass   C) break   D) return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70001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Key: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  2-C   3-C   4-B   5-C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3291840" cy="329184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566160"/>
            <a:ext cx="2377440" cy="2377440"/>
          </a:xfrm>
          <a:prstGeom prst="ellipse">
            <a:avLst/>
          </a:prstGeom>
          <a:solidFill>
            <a:srgbClr val="5859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965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— write loops in every program you build.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2230</Words>
  <Application>Microsoft Office PowerPoint</Application>
  <PresentationFormat>On-screen Show (16:9)</PresentationFormat>
  <Paragraphs>490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15</cp:revision>
  <dcterms:created xsi:type="dcterms:W3CDTF">2026-08-06T11:07:56Z</dcterms:created>
  <dcterms:modified xsi:type="dcterms:W3CDTF">2026-08-06T11:35:19Z</dcterms:modified>
</cp:coreProperties>
</file>